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Presentación de ejemplo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Documento ficticio para probar el conversor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se automatiza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Conversión por lotes de carpetas completas</a:t>
            </a:r>
          </a:p>
          <a:p>
            <a:r>
              <a:t>Registro de cada archivo procesado</a:t>
            </a:r>
          </a:p>
          <a:p>
            <a:r>
              <a:t>Validación de la jerarquía del resultado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Formato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Soportado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